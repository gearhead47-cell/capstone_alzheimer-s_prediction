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Predict Alzheimer's with Machine Learning?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ML project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Deepak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So... what's the idea?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Alzheimer's is usually caught pretty late, after a lot of damage is already done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could look at a patient's basic info (age, lifestyle, some test scores) and guess their risk early?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this project tries to do - nothing fancy, just a model that says 'this looks risky' or 'this looks fine'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this from scratch to learn the whole ML pipeline, start to finish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Where'd we get the data?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 on Kaggle - "Alzheimer's Disease Dataset" by Rabie El Kharoua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2,149 fake (synthetic) patients - made up for practice, not real hospital records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columns total - age, BMI, blood pressure, cholesterol, memory complaints, MMSE score, etc.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65% "no Alzheimer's" and 35% "has Alzheimer's" - a bit imbalanced but not crazy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 up: since it's synthetic data, this is a learning exercise, not a real diagnostic tool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the data ready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useless columns - PatientID and DoctorInCharge (just confidential placeholder text anyway)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 - zero missing values! Dataset was already pretty clean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training data (80%) and testing data (20%) - keep some data the model never sees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the numbers so everything's on a similar range (StandardScaler)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Cooking up some new 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Didn't just use the raw columns - made some extra ones that seemed useful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Pressure (systolic minus diastolic BP), Cholesterol Ratio (LDL/HDL)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Count - added up all the yes/no symptom flags into one number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Count - same idea but for other health conditions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blood pressure, BMI, and cholesterol into "categories" using real medical guidelines (like Normal / Elevated / High etc.)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categories into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 don't understand words like "Male" or "Asian" - gotta encode them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&amp; Ethnicity -&gt; one-hot encoding (basically a bunch of yes/no columns)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 category &amp; BMI category -&gt; ordinal encoding (numbers that go in order, since "severe" is worse than "normal")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Ended up with 45 total features after all this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models did we try?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- the simple, classic one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- a bunch of decision trees voting together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- fancier tree-based model, usually really strong on this kind of data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all 3 the same way so it's a fair comparison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 oh... overfitting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Random Forest attempt: 100% accuracy on training data, but only 93% on test data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big red flag - the model basically memorized the training data instead of learning real patterns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it by limiting how deep the trees could grow (max_depth, min_samples_leaf, etc.)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GridSearchCV to actually search for the best settings instead of guessing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How'd they stack up?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Accuracy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(catching AD cases)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81.2%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(tuned)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(tuned + pruned)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95.1%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won, but honestly Random Forest was pretty close behind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Squeezing out more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cross-validation to make sure the good score wasn't just a lucky split (it wasn't - phew)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Played with the "threshold" - basically how confident the model needs to be before saying "AD"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Lowered it to 0.40 instead of the usual 0.50, since missing a real case is worse than a false alarm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at feature importance and just... deleted the features that weren't doing anything (12 of them had ZERO importance)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Went from 45 features down to 33 - and accuracy actually went UP a bit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predicts Alzheimer's here?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Assessment score - biggest one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 (Activities of Daily Living) score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Complaints (yes/no)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made-up "Cognitive Functional Score" - turns out combining MMSE + Functional + ADL was a genuinely good idea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MMSE score itself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stuff like ethnicity, gender, cholesterol category buckets? Barely mattered at all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model, in one slide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1554480"/>
            <a:ext cx="9784080" cy="4206240"/>
          </a:xfrm>
          <a:prstGeom prst="roundRect">
            <a:avLst>
              <a:gd name="adj" fmla="val 3261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45920" y="1920240"/>
            <a:ext cx="8961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XGBoost (tuned with RandomizedSearchCV)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used: 33 (started with 45, trimmed the useless ones)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 95.1%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0.943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on AD cases: 0.92 (catches 92 out of 100 real cases)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threshold: 0.40 (tuned to catch more real cases)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Turned it into a little web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Flask (Python) - a simple form where you punch in patient info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 it does all the same feature engineering we did in the notebook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scales the inputs and runs them through the trained model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Spits back "Alzheimer's" or "No Alzheimer's" plus a confidence percentage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very much a rough prototype, not something you'd show a hospital yet!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 I actually learned doing this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cells share memory - even if a cell errors out halfway, whatever ran before the error still "sticks"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shuffle your data before cross-validation... learned that the hard way when one fold scored 0.58 out of nowhere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training accuracy is NOT a good sign, it usually means overfitting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features isn't always better - cutting dead-weight features actually improved accuracy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boring stuff (train/test split order, scaling correctly) matters way more than picking a "fancy" model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is NOT (being honest)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real diagnostic tool - trained on synthetic/fake data, not real patients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need real clinical data (like ADNI or OASIS) and doctor validation before this means anything medically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add a deep learning model on MRI scans as a next step (started looking into this too)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is just running on my own laptop right now, not deployed anywhere public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5C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reading!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D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happy to walk through the notebook too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2026-09-07T17:08:16Z</dcterms:created>
  <dcterms:modified xsi:type="dcterms:W3CDTF">2026-09-07T17:08:16Z</dcterms:modified>
</cp:coreProperties>
</file>